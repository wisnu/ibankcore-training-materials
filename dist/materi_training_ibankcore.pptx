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Cash Mgmt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SKN/RTGS/BI-FAST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iagrams/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841" y="1600200"/>
            <a:ext cx="765926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Delapan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Pembiayaan, termasuk skema syariah (Murabahah, Ijarah, Kafalah)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Management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bank: SKN, RTGS, BI-FAST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782312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4956048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485546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202936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63640" y="4782312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956048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34" name="Text 32"/>
          <p:cNvSpPr/>
          <p:nvPr/>
        </p:nvSpPr>
        <p:spPr>
          <a:xfrm>
            <a:off x="6629400" y="485546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29400" y="5202936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Parameter, otorisasi, audit trail lintas modul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TRANSACTION_DETAILS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mutasi, atribut MUTATION_TYPE (DR/CR)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1663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CTI lintas skema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CORE_TRX, FUNDING, CASHMGT, REMIT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event bagi sistem hilir melalui outbox pattern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iagrams/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Cash Mgmt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Cash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 dengan Remittance untuk settlement lintas bank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Management ⇄ Treasury ⇄ Remittance bekerja sebagai satu kesatuan untuk menjaga likuiditas &amp; settlement bank.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iagrams/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Kliring, Event Streaming &amp; Pelaporan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Kliring &amp; Pembayaran Antar Bank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94560" y="219456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Kliring nasional, nilai relatif kecil, proses batch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004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RTGS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94560" y="3200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bernilai besar, real-time gross settlement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2062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BI-FAST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42062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real-time nilai kecil-menengah, tersedia 24/7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459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12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Streaming — Kafka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37960" y="224028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transactional outbox menjamin event transaksi terpublikasi konsisten ke konsumen hilir (reporting, notifikasi, GL) — loose coupling tanpa akses langsung ke DB inti.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37960" y="45262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mendukung pelaporan berkala ke OJK/BI serta menyediakan jejak data yang tertelusur untuk kebutuhan audit eksternal.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iagrams/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957" y="1600200"/>
            <a:ext cx="899103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 &amp; Konteks Syariah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Cash Management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Konteks Syariah — PSAK 109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produk Financing mengikuti prinsip syariah: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88036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295351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Murabahah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32520" y="295351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Jual-beli dengan margin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37960" y="370332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377647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Ijarah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32520" y="377647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Sewa (leasing)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37960" y="4526280"/>
            <a:ext cx="4846320" cy="6858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459943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Kafalah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32520" y="459943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Penjaminan (guarantee)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multi-modul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— pusat pencatatan double-entry yang menopang seluruh modul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&amp; Cash Management — saling terkait erat di setiap transaksi dana/kas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(Kafka, SKN/RTGS/BI-FAST, regulator) — bagian penting arsitektur end-to-end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Adakah isu integrasi/kepatuhan yang ingin dibahas?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2026-08-24T00:29:23Z</dcterms:created>
  <dcterms:modified xsi:type="dcterms:W3CDTF">2026-08-24T00:29:23Z</dcterms:modified>
</cp:coreProperties>
</file>