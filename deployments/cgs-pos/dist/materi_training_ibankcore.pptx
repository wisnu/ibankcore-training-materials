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&amp; pelaporan regulator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eployments\cgs-pos\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841" y="1600200"/>
            <a:ext cx="765926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organisasi, user &amp; hak akses, otorisasi, audit trail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Aplikasi: Core, Enterprise &amp; Switching-CGS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&amp; Enterprise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akses DB lewat lapisan aplikasi sendiri: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platform/administratif (user, cabang, otorisasi)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— mesin transaksi &amp; produk perbankan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Switching-CGS (Go)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Modernisasi switching dari Python legacy: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Microservice: core, jalin/QRIS, bca, topup, dll — BL2 (TCP) &amp; gRPC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untuk job-queue/idempotency, deploy Docker/Kubernetes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Oracle — skema sama persis dengan core/enterprise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Organisasi — Wilayah, Cabang &amp; Atribut Kantor</a:t>
            </a:r>
            <a:endParaRPr lang="en-US" sz="3000" dirty="0"/>
          </a:p>
        </p:txBody>
      </p:sp>
      <p:pic>
        <p:nvPicPr>
          <p:cNvPr id="4" name="Image 0" descr="deployments\cgs-pos\diagrams\05_struktur_organ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Kaitan Struktur Cabang dengan COA &amp; Neraca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of Accounts (COA)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akun COA menyatu dengan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(COA master) — daftar akun, tanpa dimensi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Instance — akun COA diinstansiasi per cabang &amp; mata uang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Account (saldo/posting) menempel ke Account Instance, bukan ke Account master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Neraca &amp; Dimensi Cost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laporan &amp; dimensi biaya/pendapatan: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disusun per cabang maupun konsolidasi (parameter cabang opsional)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 bukan dimensi langsung GL — agregasi per wilayah dilakukan via Cabang → Area Cabang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cost center pada jurnal = Kode RC (Project), bukan Departemen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Akses — Cabang &amp; Departemen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Cabang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akses aktif per user, 3 mode: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— akses ke seluruh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Tunggal — hanya cabang milik user sendiri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Parsial — hanya cabang yang terdaftar di daftar 'cabang diizinkan' + cabang sendiri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Departemen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serupa, konstruksi berbeda: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'departemen diizinkan' terhubung ke data karyawan, bukan langsung ke user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dipakai untuk administrasi/pemilihan departemen (HR), bukan gerbang akses transaksi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akses meminjam pengaturan mode akses cabang milik user — tidak punya mode tersendiri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JOURNALITEM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ledger, baris mutasi DR/CR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data bagi Feeder SAP untuk konsolidasi keuangan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eployments\cgs-pos\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menjaga likuiditas bank. Bukan 'Cash Management System' portal korporat — ini kas fisik cabang.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eployments\cgs-pos\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 &amp; Pelaporan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akuntansi eksternal secara batch: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mengambil (pull) data langsung dari DB Core secara berkala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push/event-driven — Core tidak mengirim data secara aktif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pencatatan GL internal pada modul Accounting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kepatuhan &amp; audit eksternal: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ke OJK/BI (laporan keuangan, transaksi, kepatuhan)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data yang tertelusur untuk kebutuhan audit eksternal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 — Akses Langsung DB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kanal lain (QRIS, host-to-host, REST API):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basis data Core, bukan lewat lapisan aplikasi/API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di level infrastruktur/database (mis. database link)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Terkonfirmasi: skema DB switching sama persis dengan skema core/enterprise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Implikasi Tata Kelola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perhatian ekstra dibanding integrasi berbasis API: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Melewati lapisan validasi aplikasi Core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skema database berpotensi berdampak langsung ke switching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terikat kontrak API yang terversi seperti kanal lain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Sekitar Khusus PT Pos: PGC &amp; CMS</a:t>
            </a:r>
            <a:endParaRPr lang="en-US" sz="3000" dirty="0"/>
          </a:p>
        </p:txBody>
      </p:sp>
      <p:pic>
        <p:nvPicPr>
          <p:cNvPr id="4" name="Image 0" descr="deployments\cgs-pos\diagrams\06_pgc_c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851" y="1600200"/>
            <a:ext cx="8675251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&amp; CMS (Khusus PT Pos)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 (Cash Management System)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untuk institusi/korporat: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Instansi pemerintah/himbara kirim instruksi penyaluran massal (bulk disbursement)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modul internal 'Kas &amp; Vault' — CMS murni kanal eksternal, bukan kas fisik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(Pos Giro Cash)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Pos sebagai agen penyalur ke penerima manfaat: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Loket/Counter (tunai), QRIS (non-tunai), atau kredit rekening tabungan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pencairan tergantung program PGC terkait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konfirmasi bisnis — PGC &amp; CMS tidak ditemukan pada eksplorasi source code core/enterprise.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 Identitas &amp; OTP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KTP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identitas nasabah: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data kependudukan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Dipanggil aplikasi switching saat diperlukan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API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Otentikasi transaksi tambahan: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 OTP (One-Time Password)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verifikasi di luar PIN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eployments\cgs-pos\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Dibanding Setor Tunai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utama dengan proses Setor Tunai: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melibatkan CASH_POINT (teller/vault/ATM)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mutasi (DR &amp; CR) terjadi dalam satu bank yang sama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pertukaran kas fisik dengan nasabah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(listrik, telekomunikasi, dsb.)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/ GL Eksternal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(Feeder SAP, QRIS, host-to-host/REST) &amp; produk tambahan (Corporate Banking, Biller)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2026-08-25T18:35:39Z</dcterms:created>
  <dcterms:modified xsi:type="dcterms:W3CDTF">2026-08-25T18:35:39Z</dcterms:modified>
</cp:coreProperties>
</file>